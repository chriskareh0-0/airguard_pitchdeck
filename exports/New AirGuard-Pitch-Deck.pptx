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FF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06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rguard-pitch-deck-8l5g.vercel.app/new_dec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1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Action Button: Custom 2">
            <a:hlinkClick r:id="rId4" highlightClick="1"/>
            <a:extLst>
              <a:ext uri="{FF2B5EF4-FFF2-40B4-BE49-F238E27FC236}">
                <a16:creationId xmlns:a16="http://schemas.microsoft.com/office/drawing/2014/main" id="{36360E60-EDF4-C90A-1F3C-0FF9DB228F72}"/>
              </a:ext>
            </a:extLst>
          </p:cNvPr>
          <p:cNvSpPr/>
          <p:nvPr/>
        </p:nvSpPr>
        <p:spPr>
          <a:xfrm>
            <a:off x="3962400" y="3114907"/>
            <a:ext cx="1211766" cy="324000"/>
          </a:xfrm>
          <a:prstGeom prst="actionButtonBlank">
            <a:avLst/>
          </a:prstGeom>
          <a:solidFill>
            <a:srgbClr val="D8FF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sz="900" dirty="0">
                <a:ln w="0"/>
                <a:solidFill>
                  <a:schemeClr val="tx1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Discover The Solution</a:t>
            </a:r>
            <a:endParaRPr lang="en-LB" sz="1400" dirty="0">
              <a:ln w="0"/>
              <a:solidFill>
                <a:schemeClr val="tx1"/>
              </a:solidFill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2-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3-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4-inter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5-environ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6-what-we-s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7-supported-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8-v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/dev/wirestorm/Business/airguard_landing/exports/screenshots/slide-9-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On-screen Show (16:9)</PresentationFormat>
  <Paragraphs>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Apple Symbols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AirGuard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AirGuard - The New Internet</dc:title>
  <dc:subject>AirGuard Pitch Deck</dc:subject>
  <dc:creator>AirGuard</dc:creator>
  <cp:lastModifiedBy>wirestorm networks</cp:lastModifiedBy>
  <cp:revision>2</cp:revision>
  <dcterms:created xsi:type="dcterms:W3CDTF">2026-01-08T10:10:29Z</dcterms:created>
  <dcterms:modified xsi:type="dcterms:W3CDTF">2026-01-08T10:21:54Z</dcterms:modified>
</cp:coreProperties>
</file>